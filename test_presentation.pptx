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jpeg" Extension="jpg"/>
  <Default ContentType="image/jpeg" Extension="jpe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_title.xml"/>
  <Override ContentType="application/vnd.openxmlformats-officedocument.presentationml.slideLayout+xml" PartName="/ppt/slideLayouts/slideLayout_content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<Relationship Id="rId6" Target="slides/slide1.xml" Type="http://schemas.openxmlformats.org/officeDocument/2006/relationships/slide"/>
  
    <Relationship Id="rId7" Target="slides/slide2.xml" Type="http://schemas.openxmlformats.org/officeDocument/2006/relationships/slide"/>
  
    <Relationship Id="rId8" Target="slides/slide3.xml" Type="http://schemas.openxmlformats.org/officeDocument/2006/relationships/slide"/>
  
    <Relationship Id="rId9" Target="slides/slide4.xml" Type="http://schemas.openxmlformats.org/officeDocument/2006/relationships/slide"/>
  
    <Relationship Id="rId10" Target="slides/slide5.xml" Type="http://schemas.openxmlformats.org/officeDocument/2006/relationships/slide"/>
  
    <Relationship Id="rId11" Target="slides/slide6.xml" Type="http://schemas.openxmlformats.org/officeDocument/2006/relationships/slide"/>
  
    <Relationship Id="rId12" Target="slides/slide7.xml" Type="http://schemas.openxmlformats.org/officeDocument/2006/relationships/slide"/>
  
    <Relationship Id="rId13" Target="slides/slide8.xml" Type="http://schemas.openxmlformats.org/officeDocument/2006/relationships/slide"/>
  
</Relationships>

</file>

<file path=ppt/slideLayouts/_rels/slideLayout_content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_title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_content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_title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_title.xml"/>
  <Relationship Id="rId2" Type="http://schemas.openxmlformats.org/officeDocument/2006/relationships/slideLayout" Target="../slideLayouts/slideLayout_content.xml"/>
  <Relationship Id="rId3" Type="http://schemas.openxmlformats.org/officeDocument/2006/relationships/theme" Target="../theme/theme1.xml"/>
</Relationships>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_title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_content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_content.xml"/>
  <Relationship Id="rId2" Type="http://schemas.openxmlformats.org/officeDocument/2006/relationships/image" Target="../media/landscape.jpe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 />
  <Relationship Id="rId2" Type="http://schemas.openxmlformats.org/officeDocument/2006/relationships/image" Target="../media/landscape.jpeg" />
</Relationships>
</file>

<file path=ppt/slides/_rels/slide5.xml.rels><?xml version="1.0" encoding="UTF-8" standalone="yes"?>
<Relationships xmlns="http://schemas.openxmlformats.org/package/2006/relationships">
  <Relationship Id="rId1" Target="../slideLayouts/slideLayout5.xml" Type="http://schemas.openxmlformats.org/officeDocument/2006/relationships/slideLayout"/>
  <Relationship Id="rId2" Target="../media/landscape.jpeg" Type="http://schemas.openxmlformats.org/officeDocument/2006/relationships/image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_content.xml"/>
  <Relationship Id="rId2" Type="http://schemas.openxmlformats.org/officeDocument/2006/relationships/image" Target="../media/3_4.jpe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3_4.jpeg" />
</Relationships>
</file>

<file path=ppt/slides/_rels/slide8.xml.rels><?xml version="1.0" encoding="UTF-8" standalone="yes"?>
<Relationships xmlns="http://schemas.openxmlformats.org/package/2006/relationships">
  <Relationship Id="rId1" Target="../slideLayouts/slideLayout8.xml" Type="http://schemas.openxmlformats.org/officeDocument/2006/relationships/slideLayout"/>
  <Relationship Id="rId2" Target="../media/3_4.jpe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Created with Ruby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Text Slide</a:t>
            </a:r>
            <a:endParaRPr dirty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lang="en-US" smtClean="0"/>
              <a:t>First bullet point</a:t>
            </a:r>
          </a:p>
          <a:p>
            <a:r>
              <a:rPr dirty="0" lang="en-US" smtClean="0"/>
              <a:t>Second bullet point</a:t>
            </a:r>
          </a:p>
          <a:p>
            <a:r>
              <a:rPr dirty="0" lang="en-US" smtClean="0"/>
              <a:t>Third bullet point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9237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Landscape Image - Full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392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Landscape Image - With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Left side text</a:t>
            </a:r>
          </a:p>
          <a:p>
            <a:r>
              <a:rPr lang="en-US" dirty="0" smtClean="0"/>
              <a:t>With bullet points</a:t>
            </a:r>
          </a:p>
          <a:p>
            <a:r>
              <a:rPr lang="en-US" dirty="0" smtClean="0"/>
              <a:t>Next to image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52400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59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Landscape Image - With Description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762000"/>
            <a:ext cx="3810000" cy="3810000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Description below the image</a:t>
            </a:r>
          </a:p>
          <a:p>
            <a:r>
              <a:rPr lang="en-US" dirty="0" smtClean="0"/>
              <a:t>With multiple points</a:t>
            </a:r>
          </a:p>
          <a:p>
            <a:r>
              <a:rPr lang="en-US" dirty="0" smtClean="0"/>
              <a:t>For detail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59726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Portrait Image - Full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524000"/>
            <a:ext cx="381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Portrait Image - With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Left side text</a:t>
            </a:r>
          </a:p>
          <a:p>
            <a:r>
              <a:rPr lang="en-US" dirty="0" smtClean="0"/>
              <a:t>With bullet points</a:t>
            </a:r>
          </a:p>
          <a:p>
            <a:r>
              <a:rPr lang="en-US" dirty="0" smtClean="0"/>
              <a:t>Next to image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52400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59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Portrait Image - With Description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762000"/>
            <a:ext cx="3810000" cy="3810000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Description below the image</a:t>
            </a:r>
          </a:p>
          <a:p>
            <a:r>
              <a:rPr lang="en-US" dirty="0" smtClean="0"/>
              <a:t>With multiple points</a:t>
            </a:r>
          </a:p>
          <a:p>
            <a:r>
              <a:rPr lang="en-US" dirty="0" smtClean="0"/>
              <a:t>For detail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59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Test Presentation</vt:lpstr>
      <vt:lpstr>Text Slide</vt:lpstr>
      <vt:lpstr>Landscape Image - Full</vt:lpstr>
      <vt:lpstr>Landscape Image - With Text</vt:lpstr>
      <vt:lpstr>Landscape Image - With Description</vt:lpstr>
      <vt:lpstr>Portrait Image - Full</vt:lpstr>
      <vt:lpstr>Portrait Image - With Text</vt:lpstr>
      <vt:lpstr>Portrait Image - With Description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